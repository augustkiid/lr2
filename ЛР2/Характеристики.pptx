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59FE23-5B69-CA33-5047-B6CC7DD6A7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6118724" cy="2268559"/>
          </a:xfrm>
        </p:spPr>
        <p:txBody>
          <a:bodyPr/>
          <a:lstStyle/>
          <a:p>
            <a:r>
              <a:rPr lang="ru-RU" dirty="0"/>
              <a:t>Характеристики</a:t>
            </a:r>
            <a:br>
              <a:rPr lang="ru-RU" dirty="0"/>
            </a:br>
            <a:r>
              <a:rPr lang="en-US" dirty="0"/>
              <a:t>IT-</a:t>
            </a:r>
            <a:r>
              <a:rPr lang="ru-RU" dirty="0"/>
              <a:t>компаний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E73432-20BF-5B40-6388-F9ACE51C6A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616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2F047-4983-B41B-675D-04AA13296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Wildberries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33B22B-EABB-71F5-0A8B-B620BAFEF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9085" y="2052116"/>
            <a:ext cx="6611053" cy="3997828"/>
          </a:xfrm>
        </p:spPr>
        <p:txBody>
          <a:bodyPr>
            <a:normAutofit fontScale="62500" lnSpcReduction="20000"/>
          </a:bodyPr>
          <a:lstStyle/>
          <a:p>
            <a:r>
              <a:rPr lang="ru-RU" dirty="0" err="1"/>
              <a:t>Wildberries</a:t>
            </a:r>
            <a:r>
              <a:rPr lang="ru-RU" dirty="0"/>
              <a:t> — одна из крупнейших онлайн-платформ в России, ставшая символом цифровой торговли. Компания предоставляет огромный ассортимент товаров, от одежды до электроники, и активно развивает логистическую инфраструктуру.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Рыночное доминирование:</a:t>
            </a:r>
            <a:r>
              <a:rPr lang="ru-RU" dirty="0"/>
              <a:t> Лидер по обороту и количеству заказов на российском рынке e-</a:t>
            </a:r>
            <a:r>
              <a:rPr lang="ru-RU" dirty="0" err="1"/>
              <a:t>commerce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Инфраструктура:</a:t>
            </a:r>
            <a:r>
              <a:rPr lang="ru-RU" dirty="0"/>
              <a:t> Обширная сеть пунктов выдачи заказов и складов, обеспечивающая быструю доставку даже в отдаленные регионы.</a:t>
            </a:r>
          </a:p>
          <a:p>
            <a:r>
              <a:rPr lang="ru-RU" b="1" dirty="0"/>
              <a:t>Поддержка МСП:</a:t>
            </a:r>
            <a:r>
              <a:rPr lang="ru-RU" dirty="0"/>
              <a:t> Важный канал продаж для малых и средних предпринимателей, стимулирующий рост регионального бизнеса.</a:t>
            </a:r>
            <a:endParaRPr lang="en-US" dirty="0"/>
          </a:p>
          <a:p>
            <a:r>
              <a:rPr lang="ru-RU" b="1" dirty="0"/>
              <a:t>Стратегическое значение</a:t>
            </a:r>
          </a:p>
          <a:p>
            <a:r>
              <a:rPr lang="ru-RU" dirty="0" err="1"/>
              <a:t>Wildberries</a:t>
            </a:r>
            <a:r>
              <a:rPr lang="ru-RU" dirty="0"/>
              <a:t> трансформирует розничную торговлю и логистику, адаптируясь к быстро меняющимся потребительским привычкам в цифровой среде.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/>
          </a:p>
          <a:p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8025193-4339-51F1-7EEE-92DB3A13F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4040"/>
            <a:ext cx="3563319" cy="3469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5206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C43E55-906C-5597-7565-37A3B6F34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Банк ВТБ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AB9528-A762-45EE-3600-E188F9C91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3117" y="2052116"/>
            <a:ext cx="6507022" cy="3997828"/>
          </a:xfrm>
        </p:spPr>
        <p:txBody>
          <a:bodyPr>
            <a:normAutofit fontScale="62500" lnSpcReduction="20000"/>
          </a:bodyPr>
          <a:lstStyle/>
          <a:p>
            <a:r>
              <a:rPr lang="ru-RU" b="1" dirty="0"/>
              <a:t>Крупнейший Игрок</a:t>
            </a:r>
          </a:p>
          <a:p>
            <a:r>
              <a:rPr lang="ru-RU" dirty="0"/>
              <a:t>Один из ведущих универсальных коммерческих банков России, предоставляющий полный спектр услуг.</a:t>
            </a:r>
          </a:p>
          <a:p>
            <a:r>
              <a:rPr lang="ru-RU" b="1" dirty="0"/>
              <a:t>Цифровая Трансформация</a:t>
            </a:r>
          </a:p>
          <a:p>
            <a:r>
              <a:rPr lang="ru-RU" dirty="0"/>
              <a:t>Активное внедрение передовых цифровых решений и финансовых технологий (</a:t>
            </a:r>
            <a:r>
              <a:rPr lang="ru-RU" dirty="0" err="1"/>
              <a:t>FinTech</a:t>
            </a:r>
            <a:r>
              <a:rPr lang="ru-RU" dirty="0"/>
              <a:t>) для удобства клиентов.</a:t>
            </a:r>
          </a:p>
          <a:p>
            <a:r>
              <a:rPr lang="ru-RU" b="1" dirty="0"/>
              <a:t>Корпоративный и Розничный Сектор</a:t>
            </a:r>
          </a:p>
          <a:p>
            <a:r>
              <a:rPr lang="ru-RU" dirty="0"/>
              <a:t>Обслуживание как крупных корпораций, так и миллионов частных клиентов по всей стране.</a:t>
            </a:r>
            <a:endParaRPr lang="en-US" dirty="0"/>
          </a:p>
          <a:p>
            <a:r>
              <a:rPr lang="ru-RU" dirty="0"/>
              <a:t>ВТБ играет ключевую роль в финансировании стратегических отраслей экономики и обеспечивает стабильность финансовой системы страны. Банк активно инвестирует в кибербезопасность и развитие мобильных приложений.</a:t>
            </a:r>
          </a:p>
          <a:p>
            <a:endParaRPr lang="ru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4448681-8D3A-53AB-B088-3C0291741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784" y="1859780"/>
            <a:ext cx="3112936" cy="311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746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EFDD0E-3E72-F921-9A77-00D61259C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NVIDIA</a:t>
            </a:r>
            <a:br>
              <a:rPr lang="en-US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F38D7A-CD82-DFB8-54F9-D326CD7B9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303" y="1582310"/>
            <a:ext cx="8913412" cy="4635610"/>
          </a:xfrm>
        </p:spPr>
        <p:txBody>
          <a:bodyPr>
            <a:normAutofit fontScale="25000" lnSpcReduction="20000"/>
          </a:bodyPr>
          <a:lstStyle/>
          <a:p>
            <a:r>
              <a:rPr lang="ru-RU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NVIDIA — американская технологическая компания, которая изменила мир компьютерной графики своими графическими процессорами (GPU), а теперь находится на передовой революции искусственного интеллекта и высокопроизводительных вычислений.</a:t>
            </a:r>
          </a:p>
          <a:p>
            <a:r>
              <a:rPr lang="ru-RU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GPU-Технологии</a:t>
            </a:r>
          </a:p>
          <a:p>
            <a:r>
              <a:rPr lang="ru-RU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мощных графических процессоров, ставших стандартом в игровой индустрии и профессиональном дизайне.</a:t>
            </a:r>
          </a:p>
          <a:p>
            <a:r>
              <a:rPr lang="ru-RU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Доминирование в ИИ</a:t>
            </a:r>
          </a:p>
          <a:p>
            <a:r>
              <a:rPr lang="ru-RU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 стали основой для обучения нейронных сетей и глубокого обучения, закрепив лидерство компании в сфере ИИ</a:t>
            </a:r>
          </a:p>
          <a:p>
            <a:r>
              <a:rPr lang="ru-RU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Центры Обработки Данных</a:t>
            </a:r>
          </a:p>
          <a:p>
            <a:r>
              <a:rPr lang="ru-RU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мощных вычислительных систем и платформ для облачных решений и дата-центров по всему миру.</a:t>
            </a:r>
          </a:p>
          <a:p>
            <a:r>
              <a:rPr lang="ru-RU" sz="4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Автономные Системы</a:t>
            </a:r>
          </a:p>
          <a:p>
            <a:r>
              <a:rPr lang="ru-RU" sz="4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платформ для беспилотных автомобилей (NVIDIA DRIVE) и робототехники, основанных на ИИ</a:t>
            </a:r>
            <a:r>
              <a:rPr lang="ru-RU" sz="4300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4825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эдисон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{23E53775-266B-42F8-8BFE-0B8BA1C7D266}TF37254b02-f5b5-44b0-803d-e6af9466a02430b15390-63aae61ef10a</Template>
  <TotalTime>11</TotalTime>
  <Words>285</Words>
  <Application>Microsoft Office PowerPoint</Application>
  <PresentationFormat>Широкоэкранный</PresentationFormat>
  <Paragraphs>26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Arial</vt:lpstr>
      <vt:lpstr>MS Shell Dlg 2</vt:lpstr>
      <vt:lpstr>Times New Roman</vt:lpstr>
      <vt:lpstr>Wingdings</vt:lpstr>
      <vt:lpstr>Wingdings 3</vt:lpstr>
      <vt:lpstr>Мэдисон</vt:lpstr>
      <vt:lpstr>Характеристики IT-компаний</vt:lpstr>
      <vt:lpstr>Wildberries</vt:lpstr>
      <vt:lpstr>Банк ВТБ </vt:lpstr>
      <vt:lpstr>NVIDIA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Егор Журавлев</dc:creator>
  <cp:lastModifiedBy>Егор Журавлев</cp:lastModifiedBy>
  <cp:revision>1</cp:revision>
  <dcterms:created xsi:type="dcterms:W3CDTF">2025-12-24T21:53:42Z</dcterms:created>
  <dcterms:modified xsi:type="dcterms:W3CDTF">2025-12-24T22:05:39Z</dcterms:modified>
</cp:coreProperties>
</file>